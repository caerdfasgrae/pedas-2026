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Tifis-ID: Deteksi &amp; Klasifikasi Ancaman Cerdas Domain (.id)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Explainable Hybrid Probabilistic Blender &amp; Evidence Guardrail untuk Kedaulatan Internet Indonesia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Pesta Data Nasional (PeDaS 2026) | APTIKOM Fest x PANDI — Tim Peserta: TIFIS TIFIS (Double-Blind Verified)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🏆 Stratified 5-Fold CV Macro-F1: 0.6026 (Meningkat dari baseline 0.5749)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🛡️ Strict Domain Group-KFold: 0.5731 (Generalization Gap hanya 2.95%)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⚡ Latensi Inferensi: 10.49 Detik untuk 1.500 Domain (SLA Juknis &lt; 45 Detik)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📁 Berkas Submisi Resmi: submission_TIFIS_TIFIS.csv (100% Lolos Validasi Panitia)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Urgensi Masalah: Maraknya Kejahatan pada Domain Murah (.id)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Eksploitasi Second-Level Domain (SLD) Murah untuk Phishing, Malware APK, &amp; Judi Online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Latar Belakang Masalah Industri — TIFIS TIFIS - Analisis Ancaman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🚨 Eksploitasi .my.id &amp; .biz.id: Harga promo Rp10.000 tanpa KTP menjadikannya sarang kejahatan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📱 Modus APK WhatsApp: Penyebaran file .apk penyadap SMS OTP berkedok tilang ETLE &amp; resi kurir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🏦 Combosquatting Perbankan: Pencatutan merek BCA, BRI, Mandiri, DANA pada domain pihak ketiga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🎯 Injeksi Subdomain: Menyusupkan direktori judi ke web kampus .ac.id dan pemerintah .go.id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Celah Operasional IDADX &amp; BIMA AI Saat Ini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Mengapa Pendekatan Pre-Delegation DNS Gatekeeper Menjadi Kunci Solusi?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Analisis Solusi PANDI — TIFIS TIFIS - Inovasi Paradigma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⚠️ IDADX (Reaktif): Menunggu laporan publik setelah penipuan memakan korban (jeda &gt; 24 jam)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⏳ BIMA AI (Deep Crawling): Memindai konten web secara berkala namun butuh waktu komputasi besar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✅ Tifis-ID (Pre-Delegation Gatekeeper): Memindai struktur URL &amp; registrar di gerbang API pendaftaran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🛡️ Proaktif: Menahan domain berbahaya dalam 8 milidetik SEBELUM aktif memakan korban!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Metodologi Riset: 7-Langkah Machine Learning Lifecycle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Standar Rekayasa CRISP-DM Terstruktur, Terdokumentasi, &amp; Bebas Kebocoran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Metodologi Riset &amp; Pengembangan — TIFIS TIFIS - Tata Kelola ML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1. Problem Framing: Memetakan trade-off FP vs FN; memilih target metrik Unweighted Macro-F1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2. Data Ingestion: 8.400 data latih &amp; 1.500 data uji resmi PANDI (9 kategori ancaman)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3. Preprocessing: Normalisasi Unicode NFKC, pembersihan URL, sintesis konteks komposit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4. Feature Engineering: Ekstraksi fitur dual-stream (15.000 n-gram + 56 fitur domain)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5. Model Training: Pelatihan hibrida LinearSVC (60%) + LightGBM (40%) + Platt Scaling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6. Decision Tuning: Cost-Sensitive Bayes Thresholding &amp; Evidence Guard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7. Deployment: CLI 1-klik 10.49 detik &amp; modul inspeksi live tifis_inspect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Rekayasa Fitur Dual-Stream: N-Gram &amp; Siklus Hidup Domain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Menggabungkan Sensitivitas Linguistik dengan Telemetri Infrastruktur Registrar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Arsitektur Ekstraksi Fitur — TIFIS TIFIS - Feature Engineering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🔤 Stream A (Linguistik &amp; Sub-word): 15.000 n-gram karakter (3-5 huruf) via TF-IDF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🎯 Menangkap Typo Penipu: Mengenali kamuflase kl1kbca, kata pancingan gacor, maxwin, dan unduh.apk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🌐 Stream B (Siklus Hidup Domain): 56 fitur tabular (Shannon Entropy, rasio path, usia domain)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🏢 Brand Spoofing Intelligence: Fuzzy Levenshtein matching terhadap 30+ brand perbankan nasional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Arsitektur Utama: Explainable Hybrid Probabilistic Blender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Memadukan Ketajaman Teks Linier dengan Daya Pisah Tabular Pohon Non-Linear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Pemodelan &amp; Kalibrasi Probabilitas — TIFIS TIFIS - Model Design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⚡ LinearSVC (Bobot 60%): Membedah ruang teks berdimensi tinggi dengan bobot koefisien transparan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🚀 XGBoost / LightGBM (Bobot 40%): Menangkap interaksi non-linear registrar &amp; 56 fitur domain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📐 Multiclass Platt Scaling: Mengonversi margin keputusan kontinu menjadi probabilitas posterior valid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⚖️ Cost-Sensitive Bayes Thresholds: Mengoptimalkan pergeseran offset delta untuk mendongkrak Macro-F1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Evaluasi Empiris &amp; Uji Ketahanan Generalisasi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Terbukti Tangguh pada Skenario Ekstrem 100% Domain Baru (Zero Overlap)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Hasil Pengujian &amp; Verifikasi — TIFIS TIFIS - Audit Kinerja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📈 Model Shootout OOF Macro-F1: 0.6044 (Model C LinearSVC + XGBoost Juara Mutlak)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🏆 Bukti Empiris Submisi 1 di Server Panitia: Skor 0.74417 (True Positive Fakeshop Terkunci)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🔒 Generalization Gap: Hanya 2.95% (Terkunci aman di bawah ambang batas toleransi 3.0%)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⚡ Kecepatan Inferensi: 10.49 detik (~7 ms/domain), 100% lolos batas SLA Juknis &lt; 45 detik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Inovasi Safety: Evidence Guardrail &amp; Live Inspector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Mencegah Halusinasi Kelas Minoritas Berdasarkan Bukti Leksikal Keras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Interpretability &amp; Trustworthy AI — TIFIS TIFIS - XAI Innovation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🛑 Anti-Hallucination Guard: Threshold minoritas hanya aktif bila ada bukti leksikal nyata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🛡️ Perlindungan Kelas Mayoritas: Mencegah salah tuduh fakeshop/brand pada domain judi online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🔍 Live Demo tifis_inspect(url): Antarmuka diagnosis SOC satu-klik untuk Dewan Juri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📊 Audit Trail Transparan: Menampilkan probabilitas terkalibrasi dan rekomendasi aksi PANDI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Rekomendasi Kebijakan Strategis untuk PANDI &amp; IDADX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Tiga Langkah Aksi Menuju Kedaulatan Digital dan Perlindungan Konsumen Indonesia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Rekomendasi Kebijakan Industri — TIFIS TIFIS - Policy Insights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1. Pre-Delegation DNS Gatekeeper: Memasang filter Tifis-ID pada pendaftaran SLD murah .my.id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2. Triase Otomatis IDADX: Laporan ancaman &gt; 90% langsung dieskalasi ke antrean darurat CSIRT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3. Whitelist Perbankan Terpusat: Sinkronisasi database domain resmi bank untuk validasi silang instan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Kesimpulan, Kepatuhan Regulasi, &amp; Submisi Resmi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Solusi Tuntas, Mandiri, &amp; Siap Diimplementasikan Secara Nasional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Kepatuhan Regulasi &amp; Penutup — TIFIS TIFIS - PeDaS 2026 Champion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✅ 100% Python Native: Bebas dependensi rumit, eksekusi super cepat 10.49 detik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✅ Reproducibility Terjamin: Seluruh komponen terkunci deterministik pada seed 2026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✅ Double-Blind Ready: 100% patuh aturan anonimitas institusi PeDaS 2026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📁 Submisi 1: TIFIS TIFIS-01.csv (Skor 0.74417) | Submisi 2: TIFIS TIFIS-02.csv (MD5: da6faecbfb87d1f6a35b1f179902cde1)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